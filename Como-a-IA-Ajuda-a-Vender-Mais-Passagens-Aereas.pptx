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1696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Como a IA Ajuda a Vender Mais Passagens Aéreas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8173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É um sistema que ajuda a escolher o melhor preço para cada passagem, como um vendedor inteligente que sabe quando aumentar ou diminuir o preço.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4201616"/>
            <a:ext cx="6296860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Ajuda a vender por um valor melhor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Deixa os voos mais cheios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Tomada de decisão mais rápida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147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Como o Sistema Decide o Preço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976313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3926044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Proteger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3926044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Calcular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3926044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Pensar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3926044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Verificar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4915694"/>
            <a:ext cx="1147833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Primeiro o sistema confere se os dados estão certos. Depois ele olha a demanda e o preço dos outros. Então ele escolhe o melhor preço. No fim, ele coloca limites para não errar.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61475" y="5124648"/>
            <a:ext cx="5402822" cy="565051"/>
          </a:xfrm>
          <a:prstGeom prst="roundRect">
            <a:avLst>
              <a:gd name="adj" fmla="val 2901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770712" y="5233888"/>
            <a:ext cx="5184348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Quando o voo está cheio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0712" y="5442545"/>
            <a:ext cx="5184348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preço sobe.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127398" y="5124648"/>
            <a:ext cx="5402822" cy="565051"/>
          </a:xfrm>
          <a:prstGeom prst="roundRect">
            <a:avLst>
              <a:gd name="adj" fmla="val 2901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6236635" y="5233888"/>
            <a:ext cx="5184348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Quando o voo está vazio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36635" y="5442545"/>
            <a:ext cx="5184348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preço desce.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1475" y="5752802"/>
            <a:ext cx="5402822" cy="565051"/>
          </a:xfrm>
          <a:prstGeom prst="roundRect">
            <a:avLst>
              <a:gd name="adj" fmla="val 2901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770712" y="5862042"/>
            <a:ext cx="5184348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Quando o concorrente está barato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70712" y="6070699"/>
            <a:ext cx="5184348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gente ajusta o preço.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27398" y="5752802"/>
            <a:ext cx="5402822" cy="565051"/>
          </a:xfrm>
          <a:prstGeom prst="roundRect">
            <a:avLst>
              <a:gd name="adj" fmla="val 2901"/>
            </a:avLst>
          </a:prstGeom>
          <a:solidFill>
            <a:srgbClr val="F2EEEE"/>
          </a:solidFill>
          <a:ln/>
        </p:spPr>
      </p:sp>
      <p:sp>
        <p:nvSpPr>
          <p:cNvPr id="19" name="Text 16"/>
          <p:cNvSpPr/>
          <p:nvPr/>
        </p:nvSpPr>
        <p:spPr>
          <a:xfrm>
            <a:off x="6236635" y="5862042"/>
            <a:ext cx="5184348" cy="170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Quando muita gente está buscando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36635" y="6070699"/>
            <a:ext cx="5184348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preço sobe.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03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Como Funciona por Trás das Cenas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2449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É como um cérebro que recebe informações, pensa rápido e toma uma decisão.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028553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 que entra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512840"/>
            <a:ext cx="327770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Dados de várias fontes: quantas pessoas buscam, quanto custa no concorrente e quantos assentos vazios existem.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06691" y="3028553"/>
            <a:ext cx="33909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 que o sistema faz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4406691" y="3512840"/>
            <a:ext cx="33909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Ele pensa muito rápido, em milissegundos, e calcula qual é o melhor preço para aquela situação.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65112" y="3028553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 que sai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265112" y="3512840"/>
            <a:ext cx="38872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Sai a decisão final: qual preço usar.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475" y="51052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Tudo é registrado para auditoria, para que cada decisão possa ser revisada depois.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2026-08-24T12:30:49Z</dcterms:created>
  <dcterms:modified xsi:type="dcterms:W3CDTF">2026-08-24T12:30:49Z</dcterms:modified>
</cp:coreProperties>
</file>